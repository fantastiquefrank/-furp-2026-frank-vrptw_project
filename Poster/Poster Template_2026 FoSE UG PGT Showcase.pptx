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21396325" cy="30267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6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42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725" y="4953466"/>
            <a:ext cx="18186876" cy="10537496"/>
          </a:xfrm>
        </p:spPr>
        <p:txBody>
          <a:bodyPr anchor="b"/>
          <a:lstStyle>
            <a:lvl1pPr algn="ctr">
              <a:defRPr sz="14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4541" y="15897328"/>
            <a:ext cx="16047244" cy="7307583"/>
          </a:xfrm>
        </p:spPr>
        <p:txBody>
          <a:bodyPr/>
          <a:lstStyle>
            <a:lvl1pPr marL="0" indent="0" algn="ctr">
              <a:buNone/>
              <a:defRPr sz="5616"/>
            </a:lvl1pPr>
            <a:lvl2pPr marL="1069802" indent="0" algn="ctr">
              <a:buNone/>
              <a:defRPr sz="4680"/>
            </a:lvl2pPr>
            <a:lvl3pPr marL="2139605" indent="0" algn="ctr">
              <a:buNone/>
              <a:defRPr sz="4212"/>
            </a:lvl3pPr>
            <a:lvl4pPr marL="3209407" indent="0" algn="ctr">
              <a:buNone/>
              <a:defRPr sz="3744"/>
            </a:lvl4pPr>
            <a:lvl5pPr marL="4279209" indent="0" algn="ctr">
              <a:buNone/>
              <a:defRPr sz="3744"/>
            </a:lvl5pPr>
            <a:lvl6pPr marL="5349011" indent="0" algn="ctr">
              <a:buNone/>
              <a:defRPr sz="3744"/>
            </a:lvl6pPr>
            <a:lvl7pPr marL="6418814" indent="0" algn="ctr">
              <a:buNone/>
              <a:defRPr sz="3744"/>
            </a:lvl7pPr>
            <a:lvl8pPr marL="7488616" indent="0" algn="ctr">
              <a:buNone/>
              <a:defRPr sz="3744"/>
            </a:lvl8pPr>
            <a:lvl9pPr marL="8558418" indent="0" algn="ctr">
              <a:buNone/>
              <a:defRPr sz="37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96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09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9855" y="7545809"/>
            <a:ext cx="18454330" cy="12590343"/>
          </a:xfrm>
        </p:spPr>
        <p:txBody>
          <a:bodyPr anchor="b"/>
          <a:lstStyle>
            <a:lvl1pPr>
              <a:defRPr sz="14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9855" y="20255262"/>
            <a:ext cx="18454330" cy="6620964"/>
          </a:xfrm>
        </p:spPr>
        <p:txBody>
          <a:bodyPr/>
          <a:lstStyle>
            <a:lvl1pPr marL="0" indent="0">
              <a:buNone/>
              <a:defRPr sz="5616">
                <a:solidFill>
                  <a:schemeClr val="tx1"/>
                </a:solidFill>
              </a:defRPr>
            </a:lvl1pPr>
            <a:lvl2pPr marL="1069802" indent="0">
              <a:buNone/>
              <a:defRPr sz="4680">
                <a:solidFill>
                  <a:schemeClr val="tx1">
                    <a:tint val="75000"/>
                  </a:schemeClr>
                </a:solidFill>
              </a:defRPr>
            </a:lvl2pPr>
            <a:lvl3pPr marL="2139605" indent="0">
              <a:buNone/>
              <a:defRPr sz="4212">
                <a:solidFill>
                  <a:schemeClr val="tx1">
                    <a:tint val="75000"/>
                  </a:schemeClr>
                </a:solidFill>
              </a:defRPr>
            </a:lvl3pPr>
            <a:lvl4pPr marL="3209407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4pPr>
            <a:lvl5pPr marL="4279209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5pPr>
            <a:lvl6pPr marL="5349011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6pPr>
            <a:lvl7pPr marL="6418814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7pPr>
            <a:lvl8pPr marL="7488616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8pPr>
            <a:lvl9pPr marL="8558418" indent="0">
              <a:buNone/>
              <a:defRPr sz="37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3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997" y="8057261"/>
            <a:ext cx="9093438" cy="192043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31890" y="8057261"/>
            <a:ext cx="9093438" cy="192043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82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84" y="1611459"/>
            <a:ext cx="18454330" cy="585027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87" y="7419688"/>
            <a:ext cx="9051647" cy="3636275"/>
          </a:xfrm>
        </p:spPr>
        <p:txBody>
          <a:bodyPr anchor="b"/>
          <a:lstStyle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3787" y="11055963"/>
            <a:ext cx="9051647" cy="162616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31891" y="7419688"/>
            <a:ext cx="9096225" cy="3636275"/>
          </a:xfrm>
        </p:spPr>
        <p:txBody>
          <a:bodyPr anchor="b"/>
          <a:lstStyle>
            <a:lvl1pPr marL="0" indent="0">
              <a:buNone/>
              <a:defRPr sz="5616" b="1"/>
            </a:lvl1pPr>
            <a:lvl2pPr marL="1069802" indent="0">
              <a:buNone/>
              <a:defRPr sz="4680" b="1"/>
            </a:lvl2pPr>
            <a:lvl3pPr marL="2139605" indent="0">
              <a:buNone/>
              <a:defRPr sz="4212" b="1"/>
            </a:lvl3pPr>
            <a:lvl4pPr marL="3209407" indent="0">
              <a:buNone/>
              <a:defRPr sz="3744" b="1"/>
            </a:lvl4pPr>
            <a:lvl5pPr marL="4279209" indent="0">
              <a:buNone/>
              <a:defRPr sz="3744" b="1"/>
            </a:lvl5pPr>
            <a:lvl6pPr marL="5349011" indent="0">
              <a:buNone/>
              <a:defRPr sz="3744" b="1"/>
            </a:lvl6pPr>
            <a:lvl7pPr marL="6418814" indent="0">
              <a:buNone/>
              <a:defRPr sz="3744" b="1"/>
            </a:lvl7pPr>
            <a:lvl8pPr marL="7488616" indent="0">
              <a:buNone/>
              <a:defRPr sz="3744" b="1"/>
            </a:lvl8pPr>
            <a:lvl9pPr marL="8558418" indent="0">
              <a:buNone/>
              <a:defRPr sz="3744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31891" y="11055963"/>
            <a:ext cx="9096225" cy="1626165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279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7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64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84" y="2017818"/>
            <a:ext cx="6900872" cy="7062364"/>
          </a:xfrm>
        </p:spPr>
        <p:txBody>
          <a:bodyPr anchor="b"/>
          <a:lstStyle>
            <a:lvl1pPr>
              <a:defRPr sz="74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6225" y="4357934"/>
            <a:ext cx="10831890" cy="21509383"/>
          </a:xfrm>
        </p:spPr>
        <p:txBody>
          <a:bodyPr/>
          <a:lstStyle>
            <a:lvl1pPr>
              <a:defRPr sz="7488"/>
            </a:lvl1pPr>
            <a:lvl2pPr>
              <a:defRPr sz="6552"/>
            </a:lvl2pPr>
            <a:lvl3pPr>
              <a:defRPr sz="5616"/>
            </a:lvl3pPr>
            <a:lvl4pPr>
              <a:defRPr sz="4680"/>
            </a:lvl4pPr>
            <a:lvl5pPr>
              <a:defRPr sz="4680"/>
            </a:lvl5pPr>
            <a:lvl6pPr>
              <a:defRPr sz="4680"/>
            </a:lvl6pPr>
            <a:lvl7pPr>
              <a:defRPr sz="4680"/>
            </a:lvl7pPr>
            <a:lvl8pPr>
              <a:defRPr sz="4680"/>
            </a:lvl8pPr>
            <a:lvl9pPr>
              <a:defRPr sz="468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784" y="9080183"/>
            <a:ext cx="6900872" cy="16822161"/>
          </a:xfrm>
        </p:spPr>
        <p:txBody>
          <a:bodyPr/>
          <a:lstStyle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66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84" y="2017818"/>
            <a:ext cx="6900872" cy="7062364"/>
          </a:xfrm>
        </p:spPr>
        <p:txBody>
          <a:bodyPr anchor="b"/>
          <a:lstStyle>
            <a:lvl1pPr>
              <a:defRPr sz="74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6225" y="4357934"/>
            <a:ext cx="10831890" cy="21509383"/>
          </a:xfrm>
        </p:spPr>
        <p:txBody>
          <a:bodyPr anchor="t"/>
          <a:lstStyle>
            <a:lvl1pPr marL="0" indent="0">
              <a:buNone/>
              <a:defRPr sz="7488"/>
            </a:lvl1pPr>
            <a:lvl2pPr marL="1069802" indent="0">
              <a:buNone/>
              <a:defRPr sz="6552"/>
            </a:lvl2pPr>
            <a:lvl3pPr marL="2139605" indent="0">
              <a:buNone/>
              <a:defRPr sz="5616"/>
            </a:lvl3pPr>
            <a:lvl4pPr marL="3209407" indent="0">
              <a:buNone/>
              <a:defRPr sz="4680"/>
            </a:lvl4pPr>
            <a:lvl5pPr marL="4279209" indent="0">
              <a:buNone/>
              <a:defRPr sz="4680"/>
            </a:lvl5pPr>
            <a:lvl6pPr marL="5349011" indent="0">
              <a:buNone/>
              <a:defRPr sz="4680"/>
            </a:lvl6pPr>
            <a:lvl7pPr marL="6418814" indent="0">
              <a:buNone/>
              <a:defRPr sz="4680"/>
            </a:lvl7pPr>
            <a:lvl8pPr marL="7488616" indent="0">
              <a:buNone/>
              <a:defRPr sz="4680"/>
            </a:lvl8pPr>
            <a:lvl9pPr marL="8558418" indent="0">
              <a:buNone/>
              <a:defRPr sz="4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784" y="9080183"/>
            <a:ext cx="6900872" cy="16822161"/>
          </a:xfrm>
        </p:spPr>
        <p:txBody>
          <a:bodyPr/>
          <a:lstStyle>
            <a:lvl1pPr marL="0" indent="0">
              <a:buNone/>
              <a:defRPr sz="3744"/>
            </a:lvl1pPr>
            <a:lvl2pPr marL="1069802" indent="0">
              <a:buNone/>
              <a:defRPr sz="3276"/>
            </a:lvl2pPr>
            <a:lvl3pPr marL="2139605" indent="0">
              <a:buNone/>
              <a:defRPr sz="2808"/>
            </a:lvl3pPr>
            <a:lvl4pPr marL="3209407" indent="0">
              <a:buNone/>
              <a:defRPr sz="2340"/>
            </a:lvl4pPr>
            <a:lvl5pPr marL="4279209" indent="0">
              <a:buNone/>
              <a:defRPr sz="2340"/>
            </a:lvl5pPr>
            <a:lvl6pPr marL="5349011" indent="0">
              <a:buNone/>
              <a:defRPr sz="2340"/>
            </a:lvl6pPr>
            <a:lvl7pPr marL="6418814" indent="0">
              <a:buNone/>
              <a:defRPr sz="2340"/>
            </a:lvl7pPr>
            <a:lvl8pPr marL="7488616" indent="0">
              <a:buNone/>
              <a:defRPr sz="2340"/>
            </a:lvl8pPr>
            <a:lvl9pPr marL="8558418" indent="0">
              <a:buNone/>
              <a:defRPr sz="234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98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82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11746" y="1611452"/>
            <a:ext cx="4613583" cy="25650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998" y="1611452"/>
            <a:ext cx="13573294" cy="25650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9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998" y="1611459"/>
            <a:ext cx="18454330" cy="5850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998" y="8057261"/>
            <a:ext cx="18454330" cy="19204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997" y="28053287"/>
            <a:ext cx="4814173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DC1AB-DFEF-4E69-ADD9-F403144A7515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7533" y="28053287"/>
            <a:ext cx="7221260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11155" y="28053287"/>
            <a:ext cx="4814173" cy="16114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1B15A-DE7C-4788-BA75-459772D4CA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54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39605" rtl="0" eaLnBrk="1" latinLnBrk="0" hangingPunct="1">
        <a:lnSpc>
          <a:spcPct val="90000"/>
        </a:lnSpc>
        <a:spcBef>
          <a:spcPct val="0"/>
        </a:spcBef>
        <a:buNone/>
        <a:defRPr sz="102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901" indent="-534901" algn="l" defTabSz="2139605" rtl="0" eaLnBrk="1" latinLnBrk="0" hangingPunct="1">
        <a:lnSpc>
          <a:spcPct val="90000"/>
        </a:lnSpc>
        <a:spcBef>
          <a:spcPts val="2340"/>
        </a:spcBef>
        <a:buFont typeface="Arial" panose="020B0604020202020204" pitchFamily="34" charset="0"/>
        <a:buChar char="•"/>
        <a:defRPr sz="6552" kern="1200">
          <a:solidFill>
            <a:schemeClr val="tx1"/>
          </a:solidFill>
          <a:latin typeface="+mn-lt"/>
          <a:ea typeface="+mn-ea"/>
          <a:cs typeface="+mn-cs"/>
        </a:defRPr>
      </a:lvl1pPr>
      <a:lvl2pPr marL="1604703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5616" kern="1200">
          <a:solidFill>
            <a:schemeClr val="tx1"/>
          </a:solidFill>
          <a:latin typeface="+mn-lt"/>
          <a:ea typeface="+mn-ea"/>
          <a:cs typeface="+mn-cs"/>
        </a:defRPr>
      </a:lvl2pPr>
      <a:lvl3pPr marL="2674506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680" kern="1200">
          <a:solidFill>
            <a:schemeClr val="tx1"/>
          </a:solidFill>
          <a:latin typeface="+mn-lt"/>
          <a:ea typeface="+mn-ea"/>
          <a:cs typeface="+mn-cs"/>
        </a:defRPr>
      </a:lvl3pPr>
      <a:lvl4pPr marL="3744308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4pPr>
      <a:lvl5pPr marL="4814110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5pPr>
      <a:lvl6pPr marL="5883913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6pPr>
      <a:lvl7pPr marL="6953715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7pPr>
      <a:lvl8pPr marL="8023517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8pPr>
      <a:lvl9pPr marL="9093319" indent="-534901" algn="l" defTabSz="2139605" rtl="0" eaLnBrk="1" latinLnBrk="0" hangingPunct="1">
        <a:lnSpc>
          <a:spcPct val="90000"/>
        </a:lnSpc>
        <a:spcBef>
          <a:spcPts val="1170"/>
        </a:spcBef>
        <a:buFont typeface="Arial" panose="020B0604020202020204" pitchFamily="34" charset="0"/>
        <a:buChar char="•"/>
        <a:defRPr sz="42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1pPr>
      <a:lvl2pPr marL="1069802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2pPr>
      <a:lvl3pPr marL="2139605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3pPr>
      <a:lvl4pPr marL="3209407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4pPr>
      <a:lvl5pPr marL="4279209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5pPr>
      <a:lvl6pPr marL="5349011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6pPr>
      <a:lvl7pPr marL="6418814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7pPr>
      <a:lvl8pPr marL="7488616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8pPr>
      <a:lvl9pPr marL="8558418" algn="l" defTabSz="2139605" rtl="0" eaLnBrk="1" latinLnBrk="0" hangingPunct="1">
        <a:defRPr sz="42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FD14D6-8A0B-4449-9719-B5D69EC0D76B}"/>
              </a:ext>
            </a:extLst>
          </p:cNvPr>
          <p:cNvSpPr/>
          <p:nvPr/>
        </p:nvSpPr>
        <p:spPr>
          <a:xfrm>
            <a:off x="-1" y="-280988"/>
            <a:ext cx="21396325" cy="1792288"/>
          </a:xfrm>
          <a:prstGeom prst="rect">
            <a:avLst/>
          </a:prstGeom>
          <a:solidFill>
            <a:srgbClr val="1026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07E90183-F57D-40AB-B9A0-CD958B03F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6700" y="5555"/>
            <a:ext cx="3308880" cy="1224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6AA891-E97B-4896-8426-F3DB06F0987C}"/>
              </a:ext>
            </a:extLst>
          </p:cNvPr>
          <p:cNvSpPr/>
          <p:nvPr/>
        </p:nvSpPr>
        <p:spPr>
          <a:xfrm>
            <a:off x="0" y="29313168"/>
            <a:ext cx="21396325" cy="965886"/>
          </a:xfrm>
          <a:prstGeom prst="rect">
            <a:avLst/>
          </a:prstGeom>
          <a:solidFill>
            <a:srgbClr val="1026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37D3D8C0-E287-4802-A19E-0FA3C1E06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7258" y="252527"/>
            <a:ext cx="6765924" cy="725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B9BD5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4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</a:rPr>
              <a:t>Department of XYZ </a:t>
            </a:r>
            <a:r>
              <a:rPr lang="en-US" altLang="zh-CN" sz="4000" b="1" dirty="0">
                <a:solidFill>
                  <a:srgbClr val="FFFFFF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(</a:t>
            </a:r>
            <a:r>
              <a:rPr kumimoji="0" lang="en-US" altLang="zh-CN" sz="4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</a:rPr>
              <a:t>Full Name)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383278-A505-4022-A9A1-F7F4ADC3830A}"/>
              </a:ext>
            </a:extLst>
          </p:cNvPr>
          <p:cNvSpPr txBox="1"/>
          <p:nvPr/>
        </p:nvSpPr>
        <p:spPr>
          <a:xfrm>
            <a:off x="6083300" y="29324947"/>
            <a:ext cx="152536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San Zhang (20333333):</a:t>
            </a:r>
            <a:r>
              <a:rPr lang="zh-CN" altLang="en-US" sz="2800" b="1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For team submissions, provide details of every team member.</a:t>
            </a:r>
          </a:p>
          <a:p>
            <a:pPr algn="r"/>
            <a:r>
              <a:rPr lang="en-US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Supervisor: </a:t>
            </a:r>
            <a:r>
              <a:rPr lang="en-US" altLang="zh-CN" sz="2800" b="1" dirty="0">
                <a:solidFill>
                  <a:srgbClr val="FF0000"/>
                </a:solidFill>
                <a:latin typeface="Calibri" panose="020F0502020204030204" pitchFamily="34" charset="0"/>
                <a:ea typeface="SimSun" panose="02010600030101010101" pitchFamily="2" charset="-122"/>
              </a:rPr>
              <a:t>If there is no supervisor, please delete this line.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681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542440B3381244913595524F442B95" ma:contentTypeVersion="17" ma:contentTypeDescription="Create a new document." ma:contentTypeScope="" ma:versionID="6ee5fad9225ee4861531c1ddf5c72bfa">
  <xsd:schema xmlns:xsd="http://www.w3.org/2001/XMLSchema" xmlns:xs="http://www.w3.org/2001/XMLSchema" xmlns:p="http://schemas.microsoft.com/office/2006/metadata/properties" xmlns:ns2="5ba57bcb-f582-4dfe-b097-ca0487efe0a8" xmlns:ns3="8f359d49-0ea8-407e-9873-8f4dcb0a2f66" targetNamespace="http://schemas.microsoft.com/office/2006/metadata/properties" ma:root="true" ma:fieldsID="0d90d1f6051f37191be1cc0d6b224652" ns2:_="" ns3:_="">
    <xsd:import namespace="5ba57bcb-f582-4dfe-b097-ca0487efe0a8"/>
    <xsd:import namespace="8f359d49-0ea8-407e-9873-8f4dcb0a2f6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57bcb-f582-4dfe-b097-ca0487efe0a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eec97fc6-704b-4e8b-a60b-3023a21630d3}" ma:internalName="TaxCatchAll" ma:showField="CatchAllData" ma:web="5ba57bcb-f582-4dfe-b097-ca0487efe0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359d49-0ea8-407e-9873-8f4dcb0a2f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5b41eaff-6be1-43e3-aa28-e44eb035eb3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ba57bcb-f582-4dfe-b097-ca0487efe0a8" xsi:nil="true"/>
    <lcf76f155ced4ddcb4097134ff3c332f xmlns="8f359d49-0ea8-407e-9873-8f4dcb0a2f6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4D092BC-268B-4DAB-904E-617AC27E3B5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FBA1C3-1007-45B2-9991-64F001C1E8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a57bcb-f582-4dfe-b097-ca0487efe0a8"/>
    <ds:schemaRef ds:uri="8f359d49-0ea8-407e-9873-8f4dcb0a2f6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EBBC5C6-C79F-42CC-B03E-1C7D98C7F351}">
  <ds:schemaRefs>
    <ds:schemaRef ds:uri="http://schemas.openxmlformats.org/package/2006/metadata/core-properties"/>
    <ds:schemaRef ds:uri="http://www.w3.org/XML/1998/namespace"/>
    <ds:schemaRef ds:uri="http://purl.org/dc/elements/1.1/"/>
    <ds:schemaRef ds:uri="5ba57bcb-f582-4dfe-b097-ca0487efe0a8"/>
    <ds:schemaRef ds:uri="http://purl.org/dc/dcmitype/"/>
    <ds:schemaRef ds:uri="http://schemas.microsoft.com/office/infopath/2007/PartnerControls"/>
    <ds:schemaRef ds:uri="http://schemas.microsoft.com/office/2006/documentManagement/types"/>
    <ds:schemaRef ds:uri="8f359d49-0ea8-407e-9873-8f4dcb0a2f66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</TotalTime>
  <Words>36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 Zhang</dc:creator>
  <cp:lastModifiedBy>Iris Li</cp:lastModifiedBy>
  <cp:revision>8</cp:revision>
  <dcterms:created xsi:type="dcterms:W3CDTF">2022-05-10T01:47:32Z</dcterms:created>
  <dcterms:modified xsi:type="dcterms:W3CDTF">2026-08-05T03:16:13Z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0x01010004542440B3381244913595524F442B95</vt:lpwstr>
  </property>
  <property fmtid="{D5CDD505-2E9C-101B-9397-08002B2CF9AE}" pid="3" name="Order">
    <vt:r8>32685000</vt:r8>
  </property>
</Properties>
</file>